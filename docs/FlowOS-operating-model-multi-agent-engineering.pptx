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FlowOS Operating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0352" y="12801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Metod rada sa više AI agenata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Od Grill Me alignmenta do commita: kontrolisan, dokaziv i ponovljiv razvojni proces.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60920" y="100584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25512" y="117043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Operating thesis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25512" y="1508760"/>
            <a:ext cx="2962656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AI agenti su “eager interns”: mogu uraditi mnogo, ali im trebaju kontekst, granice, testovi i nadzor.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FlowOS čuva stanje tog nadzora.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Sedam pravila koja drže proces pod kontrolom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Human authority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čovjek odlučuje šta i zašto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447288" y="160020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Grill before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10312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prvo razumijevanje, onda kod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327648" y="160020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Small scopes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jedan agent dobija jedan dokaziv korak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208008" y="160020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Evidence over claims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72600" y="210312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diff/test/report &gt; agentova tvrdnja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Independent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drugi agent napada rezultat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447288" y="347472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Git is proof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397764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commit i status su stvarni artefakti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327648" y="3474720"/>
            <a:ext cx="2423160" cy="1353312"/>
          </a:xfrm>
          <a:prstGeom prst="roundRect">
            <a:avLst>
              <a:gd name="adj" fmla="val 8108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 hidden work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977640"/>
            <a:ext cx="2093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sve ide kroz status, report i odluku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Grill Me: pretvoriti nejasan zahtjev u shared understanding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18203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0512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Ulaz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148840"/>
            <a:ext cx="250545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“Treba nam funkcija.”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“Popravi security.”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“Poveži agente.”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490472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Grill 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82312" y="1828800"/>
            <a:ext cx="250545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AI postavlja pitanja po design tree-u: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• koja odluka blokira sljedeću?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• šta je out of scope?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• koji rizik je najveći?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• šta bi bio dokaz uspjeha?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3920" y="164592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68512" y="1810512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Izlaz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68512" y="2148840"/>
            <a:ext cx="250545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jasan cilj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pretpostavke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rizici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acceptance kriteriji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sljedeći mali task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3291840"/>
            <a:ext cx="10515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3291840"/>
            <a:ext cx="10515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/ Probe kada postoji stvarna nepoznanica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</a:rPr>
              <a:t>Ako alignment otkrije nepoznato, ne nagađamo i ne širimo implementaciju. Pravimo mali dokazni probe.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6334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Pitanje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971800"/>
            <a:ext cx="21396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“Da li QWebSocket stvarno šalje Authorization header?”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246888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6334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Probe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472" y="2971800"/>
            <a:ext cx="21396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minimalna skripta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bez produkcijske promjene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246888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26334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Dokaz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02552" y="2971800"/>
            <a:ext cx="21396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raw handshake bajtovi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ili tačan 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64040" y="246888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8632" y="26334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Odluka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28632" y="2971800"/>
            <a:ext cx="18653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nastaviti, blokirati ili promijeniti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54680" y="3172968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3172968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3172968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Destination → Vertical Issues → Acceptance criteria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977640" y="141732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42232" y="1581912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Destination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42232" y="1920240"/>
            <a:ext cx="38770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kuda idemo i zašto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-333756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219456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2194560"/>
            <a:ext cx="333756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17320" y="28346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299923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Issue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1912" y="3337560"/>
            <a:ext cx="2414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jedan vertikalni rez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8346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99923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Issue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73752" y="3337560"/>
            <a:ext cx="2414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zavisnosti jasne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28346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99923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Issue 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5592" y="3337560"/>
            <a:ext cx="2414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reviewable output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88920" y="39776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17320" y="434340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450799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81912" y="4846320"/>
            <a:ext cx="241401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dokaz + test +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39776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34340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50799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846320"/>
            <a:ext cx="241401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dokaz + test + 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72600" y="39776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01000" y="434340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5592" y="450799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Acceptance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65592" y="4846320"/>
            <a:ext cx="241401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dokaz + test + 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kao kontrolni ugovor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1907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2048256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šta raditi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šta ne raditi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koji fajlovi su dozvoljeni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55448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71907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85032" y="2057400"/>
            <a:ext cx="2048256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testovi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status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diff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71907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Stop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8232" y="2057400"/>
            <a:ext cx="2048256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kada stati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šta ne popravljati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bez improvizacije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155448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71907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71432" y="2057400"/>
            <a:ext cx="2048256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tačan format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verdict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sljedeći korak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Dobar prompt nije “uradi najbolje što znaš”. Dobar prompt je kratki ugovor koji smanjuje mogućnost različitog zaključivanja.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execution bez miješanja uloga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1907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Implement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24140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agent radi mali task i pravi report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71907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3752" y="2057400"/>
            <a:ext cx="24140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nezavisni agent pokušava dokazati da nije dovoljno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78240" y="155448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42832" y="171907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42832" y="2057400"/>
            <a:ext cx="24140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isti ili drugi agent zatvara samo nalaze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2157984"/>
            <a:ext cx="1325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2157984"/>
            <a:ext cx="1325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20240" y="38862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40507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Accept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84832" y="4389120"/>
            <a:ext cx="2231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ako nema material findings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8862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40507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Commit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65192" y="4389120"/>
            <a:ext cx="2231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samo prihvaćen scope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80960" y="38862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40507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45552" y="4389120"/>
            <a:ext cx="2231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tek onda novi task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0560" y="4407408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60920" y="4407408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ledger: status se izvodi iz artefakata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733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1865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commit SHA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changed files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6733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Tests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0712" y="2011680"/>
            <a:ext cx="1865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fresh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verify result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15087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6733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5312" y="2011680"/>
            <a:ext cx="1865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implementation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fix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75320" y="15087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6733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Decisions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9912" y="2011680"/>
            <a:ext cx="1865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accept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fixes required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0" y="20116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20116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55280" y="201168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65960" y="3703320"/>
            <a:ext cx="8183880" cy="1234440"/>
          </a:xfrm>
          <a:prstGeom prst="roundRect">
            <a:avLst>
              <a:gd name="adj" fmla="val 8889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0552" y="3867912"/>
            <a:ext cx="7854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Current State Projection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30552" y="4206240"/>
            <a:ext cx="7854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FlowOS treba sastaviti: aktivni task + zadnji report + review status + otvoreni nalaz + commit stanje + sljedeća odluka.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 lifecycle: nijedan rizik se ne gubi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71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615184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6974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Finding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50392" y="297180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BLOCKER / HIGH / MEDIUM / LOW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560320" y="306324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53512" y="246888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9816" y="261518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6974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47872" y="26060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Owner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118104" y="297180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ko ga zatvara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828032" y="306324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21224" y="246888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67528" y="2615184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26974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15584" y="26060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Fix prompt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385816" y="297180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samo taj nalaz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095744" y="306324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88936" y="246888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61518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6974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83296" y="26060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Re-review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653528" y="297180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potvrda zatvaranja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363456" y="306324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246888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02952" y="2615184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2952" y="26974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351008" y="26060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Decision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9921240" y="297180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ACCEPT ili nazad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051560" y="5074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Review nije ceremonija. Review je pokušaj obaranja zaključka prije nego što ga firma prihvati.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gate: samo prihvaćen scope ulazi u historiju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647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Prije commita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103120"/>
            <a:ext cx="259689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git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staged exact 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fresh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review 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no unrelated 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7647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Commit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82312" y="2103120"/>
            <a:ext cx="259689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jedna poruka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jedan scope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bez squash/amend iznenađenja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bez force push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58200" y="160020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17647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Nakon commita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22792" y="2103120"/>
            <a:ext cx="259689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verify SHA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remote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clean tree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sljedeći task tek poslije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03320" y="3017520"/>
            <a:ext cx="9144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3017520"/>
            <a:ext cx="9144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FLOWOS 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Entiteti koje sistem mora razlikovati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skup faza i zavisnosti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Task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85032" y="210312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jedinica namjere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65392" y="210312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agent razgovor/rad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81160" y="160020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5752" y="176479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Execution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45752" y="210312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konkretan pokušaj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Worktree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7764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fizički workspace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47472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Evidence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85032" y="397764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test/diff/report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47472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Review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65392" y="397764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nezavisna provjera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81160" y="3474720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45752" y="363931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Decision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45752" y="3977640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ljudsko prihvatanje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Kako firma može usvojiti metod bez velikog preokreta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170078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830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One team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41832" y="20574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jedan repo, jedan postojeći proces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154680" y="15544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0984" y="170078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7830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0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One class of work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319272" y="20574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bugfix/security/refactor — ne sve odjednom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532120" y="15544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78424" y="1700784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78424" y="17830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One agent loop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696712" y="20574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implement → review → fix → commit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909560" y="15544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5864" y="1700784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55864" y="17830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0" y="16916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FlowOS evidence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074152" y="20574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task detail i audit trail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0" y="388620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182033"/>
          </a:solidFill>
          <a:ln w="13970">
            <a:solidFill>
              <a:srgbClr val="FB71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75504" y="4032504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5504" y="41148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23560" y="402336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Scale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193792" y="43891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tek nakon metričkog dokaza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788920" y="21488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66360" y="21488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43800" y="21488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95360" y="2788920"/>
            <a:ext cx="-2011680" cy="10972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Kako dokazati da metod vrijedi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0195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Cycle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240280"/>
            <a:ext cx="23225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od taska do accepted commita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0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190195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Review yield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22192" y="2240280"/>
            <a:ext cx="23225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koliko stvarnih nalaza review uhvati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90195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2552" y="2240280"/>
            <a:ext cx="23225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koliko se vraća zbog pogrešnog razumijevanja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18320" y="173736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190195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82912" y="2240280"/>
            <a:ext cx="17282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dokazivost odluka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0240" y="406908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423367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Ne mjeriti samo “koliko je AI napisao”.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84832" y="4572000"/>
            <a:ext cx="80832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Mjeriti koliko je rada sigurno prihvaćeno uz dokaz.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ZAKLJUČAK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 + skills + FlowOS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8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933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Skills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26426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kodiraju proceduru: Grill, probe, implement, review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82880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8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9933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FlowOS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82312" y="2331720"/>
            <a:ext cx="26426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pamti izvršenje procedure i stanje taska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0" y="182880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820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19933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Human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77072" y="2331720"/>
            <a:ext cx="26426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odlučuje kada rezultat ima smisla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94760" y="274320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89520" y="2743200"/>
            <a:ext cx="822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</a:rPr>
              <a:t>Najbolja priča za firmu: ne “AI će sve sam”, nego “AI može raditi brzo kada sistem čuva kontekst, dokaze i ljudsku kontrolu”.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FlowOS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FlowOS Operating Model — Multi-Agent Engineering Workflow</dc:title>
  <dc:subject>Multi-agent AI-assisted engineering workflow</dc:subject>
  <dc:creator>FlowOS</dc:creator>
  <cp:lastModifiedBy>FlowOS</cp:lastModifiedBy>
  <cp:revision>1</cp:revision>
  <dcterms:created xsi:type="dcterms:W3CDTF">2026-08-18T10:40:29Z</dcterms:created>
  <dcterms:modified xsi:type="dcterms:W3CDTF">2026-08-18T10:40:29Z</dcterms:modified>
</cp:coreProperties>
</file>