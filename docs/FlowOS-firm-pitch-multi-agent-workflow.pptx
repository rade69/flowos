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FlowOS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0352" y="114300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</a:rPr>
              <a:t>Od AI codinga do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</a:rPr>
              <a:t>AI-assisted engineeringa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Operativni model u kojem čovjek vodi više AI agenata kroz plan, dokaz, review i odluku.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960120"/>
            <a:ext cx="4389120" cy="4389120"/>
          </a:xfrm>
          <a:prstGeom prst="ellipse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514600"/>
            <a:ext cx="1234440" cy="1234440"/>
          </a:xfrm>
          <a:prstGeom prst="ellipse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19872" y="2909621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Čovjek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119872" y="3403397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odlučuje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675120" y="1188720"/>
            <a:ext cx="868680" cy="868680"/>
          </a:xfrm>
          <a:prstGeom prst="ellipse">
            <a:avLst/>
          </a:prstGeom>
          <a:solidFill>
            <a:srgbClr val="A78BFA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1466698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Claude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6748272" y="1814170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review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9692640" y="1508760"/>
            <a:ext cx="868680" cy="868680"/>
          </a:xfrm>
          <a:prstGeom prst="ellipse">
            <a:avLst/>
          </a:prstGeom>
          <a:solidFill>
            <a:srgbClr val="34D399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65792" y="1786738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Crush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9765792" y="2134210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impl.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6720840" y="4297680"/>
            <a:ext cx="868680" cy="868680"/>
          </a:xfrm>
          <a:prstGeom prst="ellipse">
            <a:avLst/>
          </a:prstGeom>
          <a:solidFill>
            <a:srgbClr val="FBBF24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4575658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Codex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793992" y="4923130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probe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9784080" y="4069080"/>
            <a:ext cx="868680" cy="868680"/>
          </a:xfrm>
          <a:prstGeom prst="ellipse">
            <a:avLst/>
          </a:prstGeom>
          <a:solidFill>
            <a:srgbClr val="64748B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57232" y="4347058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Git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857232" y="4694530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dokaz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498080" y="2011680"/>
            <a:ext cx="548640" cy="64008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01200" y="2194560"/>
            <a:ext cx="-594360" cy="64008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89520" y="4617720"/>
            <a:ext cx="640080" cy="-9601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84080" y="4389120"/>
            <a:ext cx="-640080" cy="-7315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" y="544068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551383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Human control plane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06040" y="544068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15768" y="5513832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Evidence-first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43400" y="544068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3128" y="5513832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Agent supervision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ubrzava kodiranje, ali usporava kontrolu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Kada AI agenti rade brzo, usko grlo više nije samo pisanje koda — nego održavanje konteksta, dokaza i odluka.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90779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Brzina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3246120"/>
            <a:ext cx="2185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Agenti brzo mijenjaju fajlove i predlažu rješenja.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27432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90779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Haos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85032" y="3246120"/>
            <a:ext cx="2185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Chatovi, reporti, branch-evi i testovi se razdvajaju.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27432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90779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Rizik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3246120"/>
            <a:ext cx="2185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“Agent finished” lako postane lažno “task done”.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89720" y="27432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54312" y="290779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Potreba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54312" y="3246120"/>
            <a:ext cx="2002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Kontrolna ravan koja povezuje rad i dokaz.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54680" y="3364992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98464" y="3364992"/>
            <a:ext cx="356616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33104" y="3364992"/>
            <a:ext cx="356616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Ključna promjena: vrijednost se pomjera sa “crank tickets” na razlaganje problema, koordinaciju agenata i prihvatanje dokazanog rezultata.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PRIJE KODA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Grill Me: AI prvo ispituje, tek kasnije implementira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Inspirisano Matt Pocock “Grill Me” pristupom: AI nije samo executor, nego adversarial interviewer koji otkriva rupe u zahtjevu prije nego što postanu kod.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4389120" cy="731520"/>
          </a:xfrm>
          <a:prstGeom prst="roundRect">
            <a:avLst>
              <a:gd name="adj" fmla="val 15000"/>
            </a:avLst>
          </a:prstGeom>
          <a:solidFill>
            <a:srgbClr val="18203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76479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Početna ideja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65392" y="2103120"/>
            <a:ext cx="40599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“Treba nam X.”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95360" y="2331720"/>
            <a:ext cx="0" cy="36576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20840" y="2697480"/>
            <a:ext cx="3749040" cy="822960"/>
          </a:xfrm>
          <a:prstGeom prst="roundRect">
            <a:avLst>
              <a:gd name="adj" fmla="val 13333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432" y="286207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Grill / Alignment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5432" y="3200400"/>
            <a:ext cx="34198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pitanja, pretpostavke, rizici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520440"/>
            <a:ext cx="0" cy="36576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388620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4050792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Shared understanding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05472" y="4389120"/>
            <a:ext cx="27797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šta gradimo i zašto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0" y="4709160"/>
            <a:ext cx="0" cy="36576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507492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52395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Task graph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71232" y="5577840"/>
            <a:ext cx="2048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mali dokazivi koraci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7255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325112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Zašto je ovo važno za firme?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4663440"/>
            <a:ext cx="45171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Najskuplja AI greška nije loš kod. Najskuplja greška je kada agent napravi dobar kod za pogrešno shvaćen zahtjev.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Planiraj → delegiraj → dokaži → pregledaj → odluči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247802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5603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Grill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58952" y="283464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uskladiti problem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057400" y="2926080"/>
            <a:ext cx="4297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331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2478024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5603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81528" y="24688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Plan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651760" y="283464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taskovi i zavisnosti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950208" y="2926080"/>
            <a:ext cx="4297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79976" y="2331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478024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5603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74336" y="24688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Agent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4544568" y="283464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ograničen scope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843016" y="2926080"/>
            <a:ext cx="4297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72784" y="2331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2478024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25603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67144" y="24688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Evidence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437376" y="283464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testovi, diff, report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35824" y="2926080"/>
            <a:ext cx="4297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65592" y="2331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71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11896" y="2478024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11896" y="25603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759952" y="24688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Review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8330184" y="283464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drugi agent napada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628632" y="2926080"/>
            <a:ext cx="4297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58400" y="2331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04704" y="2478024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04704" y="25603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652760" y="24688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Decision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10222992" y="283464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čovjek prihvata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14400" y="4754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Svaki korak proizvodi artefakt koji se može pregledati: pitanje, plan, prompt, promjena, test, review ili commit.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ULOGE AGENATA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Jedan agent ne smije biti i radnik i sudija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03911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Implementer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377440"/>
            <a:ext cx="24140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radi uski task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piše kod/testove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ne donosi acceptance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6459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81051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Reviewer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73752" y="2148840"/>
            <a:ext cx="24140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napada diff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traži lažne prolaze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klasifikuje findings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32520" y="1874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97112" y="203911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Verifier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97112" y="2377440"/>
            <a:ext cx="24140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pokreće testove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provjerava Git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čuva evidence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40680" y="4251960"/>
            <a:ext cx="1280160" cy="1280160"/>
          </a:xfrm>
          <a:prstGeom prst="ellipse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4661611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User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5513832" y="5173675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authority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429000" y="2743200"/>
            <a:ext cx="1280160" cy="-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2560320"/>
            <a:ext cx="128016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72600" y="3703320"/>
            <a:ext cx="-2788920" cy="10058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43200" y="3703320"/>
            <a:ext cx="2651760" cy="10058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43000" y="57150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Princip: agent koji kaže “gotovo” ne zatvara task. Zatvara ga tek dokaz + nezavisni review + ljudska odluka.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EVIDENCE-FIRST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 vjerujemo tvrdnji; pratimo dokaz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4754880" cy="2697480"/>
          </a:xfrm>
          <a:prstGeom prst="roundRect">
            <a:avLst>
              <a:gd name="adj" fmla="val 4068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8483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</a:rPr>
              <a:t>Običan AI coding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423160"/>
            <a:ext cx="4425696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“Agent kaže da je završio.”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Problem: nema veze između tvrdnje, diffa, testa, reviewa i odluke.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920240"/>
            <a:ext cx="4754880" cy="2697480"/>
          </a:xfrm>
          <a:prstGeom prst="roundRect">
            <a:avLst>
              <a:gd name="adj" fmla="val 4068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08483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FlowOS radni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23160"/>
            <a:ext cx="4425696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commit SHA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izmijenjeni fajlovi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test output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review findings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ljudska odluka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3246120"/>
            <a:ext cx="9601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7280" y="5349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Status nije emocija agenta. Status je projekcija iz događaja i dokaza.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plane iznad postojećeg razvojnog rada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57400" y="1463040"/>
            <a:ext cx="8046720" cy="694944"/>
          </a:xfrm>
          <a:prstGeom prst="roundRect">
            <a:avLst>
              <a:gd name="adj" fmla="val 15789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21992" y="1627632"/>
            <a:ext cx="771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Korisnik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21992" y="1965960"/>
            <a:ext cx="77175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cilj, prioritet, odluka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057400" y="2423160"/>
            <a:ext cx="8046720" cy="694944"/>
          </a:xfrm>
          <a:prstGeom prst="roundRect">
            <a:avLst>
              <a:gd name="adj" fmla="val 15789"/>
            </a:avLst>
          </a:prstGeom>
          <a:solidFill>
            <a:srgbClr val="2E106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2587752"/>
            <a:ext cx="771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FlowOS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21992" y="2926080"/>
            <a:ext cx="77175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task state, evidence, review, handoff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057400" y="3383280"/>
            <a:ext cx="8046720" cy="694944"/>
          </a:xfrm>
          <a:prstGeom prst="roundRect">
            <a:avLst>
              <a:gd name="adj" fmla="val 15789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3547872"/>
            <a:ext cx="771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AI agenti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21992" y="3886200"/>
            <a:ext cx="77175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Claude, Crush, Codex, drugi alati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057400" y="4343400"/>
            <a:ext cx="8046720" cy="694944"/>
          </a:xfrm>
          <a:prstGeom prst="roundRect">
            <a:avLst>
              <a:gd name="adj" fmla="val 15789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4507992"/>
            <a:ext cx="771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Developer tools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21992" y="4846320"/>
            <a:ext cx="77175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Git, terminal, editor, testovi, repo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FlowOS ne traži da firma baci postojeći workflow. On povezuje ono što se već dešava u jednu provjerljivu historiju.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review koji je spriječio lažni “PASS”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FLOW-1108 — Zaštita lokalnih podataka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2331720" cy="1508760"/>
          </a:xfrm>
          <a:prstGeom prst="roundRect">
            <a:avLst>
              <a:gd name="adj" fmla="val 7273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90779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Implementacija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324612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ACL hardening dodan, testovi zeleni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3493008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2743200"/>
            <a:ext cx="2331720" cy="1508760"/>
          </a:xfrm>
          <a:prstGeom prst="roundRect">
            <a:avLst>
              <a:gd name="adj" fmla="val 7273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90779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Adversarial review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30752" y="324612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otkriven HIGH: icacls /C maskira failure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3493008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2743200"/>
            <a:ext cx="2331720" cy="1508760"/>
          </a:xfrm>
          <a:prstGeom prst="roundRect">
            <a:avLst>
              <a:gd name="adj" fmla="val 7273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90779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Precizan fix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324612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fail-closed parser za “Failed processing N files”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0" y="3493008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2743200"/>
            <a:ext cx="2331720" cy="1508760"/>
          </a:xfrm>
          <a:prstGeom prst="roundRect">
            <a:avLst>
              <a:gd name="adj" fmla="val 7273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290779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Re-review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08592" y="324612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tek nakon dokaza ide acceptance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5166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Poruka za firmu: AI može biti brz, ali proces mora biti dokaziv. Zeleni testovi nisu dovoljni ako review pronađe realan sigurnosni rizik.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ŠTA FIRMA DOBIJA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Više outputa bez gubitka kontrole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5623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Brži ciklusi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194560"/>
            <a:ext cx="2916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više agenata radi paralelno, ali kroz manje kontrolisane scope-ove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62272" y="16916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85623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Manje reworka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26864" y="2194560"/>
            <a:ext cx="2916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Grill Me otkriva pogrešno razumijevanje prije implementacije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47888" y="16916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85623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2194560"/>
            <a:ext cx="2916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ko je radio, šta je promijenjeno, čime je dokazano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8221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Manji rizik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4160520"/>
            <a:ext cx="2916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review agent pokušava oboriti rješenje prije acceptance-a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62272" y="365760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38221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Bolji onboarding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26864" y="4160520"/>
            <a:ext cx="2916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proces je vidljiv, ponovljiv i nije samo u glavi seniora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47888" y="365760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8221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Human authority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160520"/>
            <a:ext cx="2916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firma ne prepušta produktne odluke modelu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Kako bismo ovo uveli u firmu bez velikog rizika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1975104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0574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Izbor toka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33272" y="23317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jedan repo, jedan tim, 2–3 realna taska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197510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20574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0" y="19659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Method setup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410712" y="23317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Grill, prompts, evidence, review pravila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623560" y="18288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9864" y="1975104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9864" y="20574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Dogfooding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788152" y="23317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rad kroz postojeće alate + FlowOS praćenje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001000" y="18288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47304" y="1975104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7304" y="20574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5360" y="19659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Metrike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165592" y="23317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vrijeme, rework, findings, acceptance kvalitet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74920" y="388620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71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21224" y="4032504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21224" y="41148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402336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Rollout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239512" y="43891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tek kada proces pokaže stvarnu vrijednost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880360" y="242316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57800" y="242316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35240" y="242316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86800" y="3063240"/>
            <a:ext cx="-2103120" cy="8229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GRANICE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Šta svjesno NE obećavamo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3063240" cy="3154680"/>
          </a:xfrm>
          <a:prstGeom prst="roundRect">
            <a:avLst>
              <a:gd name="adj" fmla="val 3582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5623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 prodajemo magiju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194560"/>
            <a:ext cx="273405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FlowOS nije sistem koji autonomno odlučuje šta firma treba graditi.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3063240" cy="3154680"/>
          </a:xfrm>
          <a:prstGeom prst="roundRect">
            <a:avLst>
              <a:gd name="adj" fmla="val 3582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85623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 zamjenjujemo Git/IDE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36592" y="2194560"/>
            <a:ext cx="273405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FlowOS je sloj koji povezuje rad, ne novi zatvoreni development svijet.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21040" y="1691640"/>
            <a:ext cx="3063240" cy="3154680"/>
          </a:xfrm>
          <a:prstGeom prst="roundRect">
            <a:avLst>
              <a:gd name="adj" fmla="val 3582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85623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 vjerujemo agentu naslijepo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85632" y="2194560"/>
            <a:ext cx="273405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Acceptance zahtijeva dokaz, review i ljudsku odluku.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5532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Ta granica je komercijalna prednost: firme žele AI brzinu, ali ne žele izgubiti governance.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ZAKLJUČAK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radi. FlowOS pamti, povezuje i dokazuje. Čovjek odlučuje.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1234440" cy="1234440"/>
          </a:xfrm>
          <a:prstGeom prst="ellipse">
            <a:avLst/>
          </a:prstGeom>
          <a:solidFill>
            <a:srgbClr val="34D399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452421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AI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1170432" y="2946197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executes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3703320" y="2057400"/>
            <a:ext cx="1234440" cy="1234440"/>
          </a:xfrm>
          <a:prstGeom prst="ellipse">
            <a:avLst/>
          </a:prstGeom>
          <a:solidFill>
            <a:srgbClr val="A78BFA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2452421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FlowOS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776472" y="2946197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connects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309360" y="2057400"/>
            <a:ext cx="1234440" cy="1234440"/>
          </a:xfrm>
          <a:prstGeom prst="ellipse">
            <a:avLst/>
          </a:prstGeom>
          <a:solidFill>
            <a:srgbClr val="FBBF24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452421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Evidence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6382512" y="2946197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proves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8915400" y="2057400"/>
            <a:ext cx="1234440" cy="1234440"/>
          </a:xfrm>
          <a:prstGeom prst="ellipse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8552" y="2452421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Human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988552" y="2946197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decides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331720" y="2670048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37760" y="2670048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2670048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234440" y="466344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Prijedlog za firmu: početi sa jednim pilot tokom gdje se mjeri kvalitet prihvatanja, vrijeme do dokaza i broj pronađenih review rizika.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FlowOS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FlowOS Executive Pitch — Human Control Plane for Multi-Agent Engineering</dc:title>
  <dc:subject>Multi-agent AI-assisted engineering workflow</dc:subject>
  <dc:creator>FlowOS</dc:creator>
  <cp:lastModifiedBy>FlowOS</cp:lastModifiedBy>
  <cp:revision>1</cp:revision>
  <dcterms:created xsi:type="dcterms:W3CDTF">2026-08-18T10:40:29Z</dcterms:created>
  <dcterms:modified xsi:type="dcterms:W3CDTF">2026-08-18T10:40:29Z</dcterms:modified>
</cp:coreProperties>
</file>